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89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12198275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162" y="1752602"/>
            <a:ext cx="10360501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162" y="3611607"/>
            <a:ext cx="10360501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5018" y="4953000"/>
            <a:ext cx="12193844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917" y="1059712"/>
            <a:ext cx="10360501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8922" y="2931712"/>
            <a:ext cx="6094413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4847644" y="3005472"/>
            <a:ext cx="24377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4599154" y="3005472"/>
            <a:ext cx="24377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481329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481329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3050"/>
            <a:ext cx="10969943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5410200"/>
            <a:ext cx="5385514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1756" y="5410200"/>
            <a:ext cx="5387630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441" y="1444295"/>
            <a:ext cx="5385514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1444295"/>
            <a:ext cx="5387630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4876800"/>
            <a:ext cx="9973103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1265" y="5355102"/>
            <a:ext cx="529807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8882" y="274320"/>
            <a:ext cx="9970459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67040" y="6407944"/>
            <a:ext cx="2559653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246" y="5443402"/>
            <a:ext cx="9547913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721" y="189968"/>
            <a:ext cx="11579384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38576" y="6407945"/>
            <a:ext cx="31334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0" y="4865122"/>
            <a:ext cx="10764439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955000" y="5001994"/>
            <a:ext cx="5068017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71395" y="5785023"/>
            <a:ext cx="5068017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8054" y="5791253"/>
            <a:ext cx="4535237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2312" y="5787739"/>
            <a:ext cx="4539496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11549141" y="4988440"/>
            <a:ext cx="24377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11300651" y="4988440"/>
            <a:ext cx="24377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1481330"/>
            <a:ext cx="10969943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2974" y="274641"/>
            <a:ext cx="2369343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1"/>
            <a:ext cx="8430604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955000" y="5001994"/>
            <a:ext cx="5068017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71395" y="5785023"/>
            <a:ext cx="5068017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8054" y="5791253"/>
            <a:ext cx="4535237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2" y="5787739"/>
            <a:ext cx="4539496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441" y="1481329"/>
            <a:ext cx="10969943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67040" y="6407944"/>
            <a:ext cx="2559653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8576" y="6407945"/>
            <a:ext cx="3133425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6693" y="6407945"/>
            <a:ext cx="48755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EcoLens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Kaman Das</a:t>
            </a:r>
          </a:p>
          <a:p>
            <a:r>
              <a:t>Snap Waste. Save the Planet.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Brief About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1" y="822960"/>
            <a:ext cx="10881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EcoLens AI identifies waste using Gemini Vision AI, determines recyclability, </a:t>
            </a:r>
            <a:r>
              <a:rPr/>
              <a:t>provides </a:t>
            </a:r>
            <a:r>
              <a:rPr smtClean="0"/>
              <a:t>disposal </a:t>
            </a:r>
            <a:r>
              <a:t>guidance, reuse ideas, environmental impact, and nearby recycling centers.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AI-powered waste identification</a:t>
            </a:r>
          </a:p>
          <a:p>
            <a:r>
              <a:t>• Proper disposal guidance</a:t>
            </a:r>
          </a:p>
          <a:p>
            <a:r>
              <a:t>• Nearby recycling centers</a:t>
            </a:r>
          </a:p>
          <a:p>
            <a:r>
              <a:t>• Eco dashboard and chatbot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AI Waste Detection</a:t>
            </a:r>
          </a:p>
          <a:p>
            <a:r>
              <a:t>• Disposal Guide</a:t>
            </a:r>
          </a:p>
          <a:p>
            <a:r>
              <a:t>• Reuse Ideas</a:t>
            </a:r>
          </a:p>
          <a:p>
            <a:r>
              <a:t>• AI Chatbot</a:t>
            </a:r>
          </a:p>
          <a:p>
            <a:r>
              <a:t>• Voice Input</a:t>
            </a:r>
          </a:p>
          <a:p>
            <a:r>
              <a:t>• Dashboard</a:t>
            </a:r>
          </a:p>
          <a:p>
            <a:r>
              <a:t>• Authentication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User → Upload Image → Flask Backend → Gemini AI → Waste Analysis → Results →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Wireframes / Mock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Conceptual wireframe of the proposed interface.</a:t>
            </a:r>
          </a:p>
        </p:txBody>
      </p:sp>
      <p:pic>
        <p:nvPicPr>
          <p:cNvPr id="4" name="Picture 3" descr="wire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4920"/>
            <a:ext cx="10134600" cy="431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Frontend (HTML/Tailwind/JS)</a:t>
            </a:r>
          </a:p>
          <a:p>
            <a:r>
              <a:t>↓</a:t>
            </a:r>
          </a:p>
          <a:p>
            <a:r>
              <a:t>Flask Backend</a:t>
            </a:r>
          </a:p>
          <a:p>
            <a:r>
              <a:t>↓</a:t>
            </a:r>
          </a:p>
          <a:p>
            <a:r>
              <a:t>Gemini API + Neon PostgreSQL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HTML</a:t>
            </a:r>
          </a:p>
          <a:p>
            <a:r>
              <a:t>Tailwind CSS</a:t>
            </a:r>
          </a:p>
          <a:p>
            <a:r>
              <a:t>JavaScript</a:t>
            </a:r>
          </a:p>
          <a:p>
            <a:r>
              <a:t>Python</a:t>
            </a:r>
          </a:p>
          <a:p>
            <a:r>
              <a:t>Flask</a:t>
            </a:r>
          </a:p>
          <a:p>
            <a:r>
              <a:t>Gemini 2.5 Flash</a:t>
            </a:r>
          </a:p>
          <a:p>
            <a:r>
              <a:t>Neon PostgreSQL</a:t>
            </a:r>
          </a:p>
          <a:p>
            <a:r>
              <a:t>Leaflet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Snapshots of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endParaRPr/>
          </a:p>
        </p:txBody>
      </p:sp>
      <p:pic>
        <p:nvPicPr>
          <p:cNvPr id="4" name="Picture 3" descr="Screenshot 2026-07-01 203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2468594"/>
          </a:xfrm>
          <a:prstGeom prst="rect">
            <a:avLst/>
          </a:prstGeom>
        </p:spPr>
      </p:pic>
      <p:pic>
        <p:nvPicPr>
          <p:cNvPr id="5" name="Picture 4" descr="Screenshot 2026-07-01 2038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486400" cy="25887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Mobile App</a:t>
            </a:r>
          </a:p>
          <a:p>
            <a:r>
              <a:t>• Barcode Scanner</a:t>
            </a:r>
          </a:p>
          <a:p>
            <a:r>
              <a:t>• Smart Bin</a:t>
            </a:r>
          </a:p>
          <a:p>
            <a:r>
              <a:t>• Multi-language</a:t>
            </a:r>
          </a:p>
          <a:p>
            <a:r>
              <a:t>• Better recycling APIs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GitHub:</a:t>
            </a:r>
          </a:p>
          <a:p>
            <a:r>
              <a:t>https://github.com/kamandas-108/EcoLens-AI/</a:t>
            </a:r>
          </a:p>
          <a:p>
            <a:endParaRPr/>
          </a:p>
          <a:p>
            <a:r>
              <a:t>Prototype:</a:t>
            </a:r>
          </a:p>
          <a:p>
            <a:r>
              <a:t>https://kamandas-108.github.io/EcoLens-AI/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</TotalTime>
  <Words>176</Words>
  <Application>Microsoft Macintosh PowerPoint</Application>
  <PresentationFormat>Custom</PresentationFormat>
  <Paragraphs>52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Concourse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Manas Das</dc:creator>
  <dc:description>generated using python-pptx</dc:description>
  <cp:lastModifiedBy>Manas Das</cp:lastModifiedBy>
  <cp:revision>2</cp:revision>
  <dcterms:created xsi:type="dcterms:W3CDTF">2013-01-27T09:14:16Z</dcterms:created>
  <dcterms:modified xsi:type="dcterms:W3CDTF">2026-07-01T15:16:13Z</dcterms:modified>
</cp:coreProperties>
</file>